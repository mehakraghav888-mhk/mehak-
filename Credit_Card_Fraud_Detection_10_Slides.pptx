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Machine Learning Major Project</a:t>
            </a:r>
          </a:p>
          <a:p>
            <a:pPr>
              <a:defRPr sz="2400"/>
            </a:pPr>
            <a:r>
              <a:t>Prepared by: Mehak Raghav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Credit card fraud involves unauthorized or suspicious transactions.</a:t>
            </a:r>
          </a:p>
          <a:p>
            <a:pPr>
              <a:defRPr sz="2400"/>
            </a:pPr>
            <a:r>
              <a:t>Machine learning can learn patterns from transaction features.</a:t>
            </a:r>
          </a:p>
          <a:p>
            <a:pPr>
              <a:defRPr sz="2400"/>
            </a:pPr>
            <a:r>
              <a:t>The project provides a reproducible educational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Large numbers of transactions make manual checking difficult.</a:t>
            </a:r>
          </a:p>
          <a:p>
            <a:pPr>
              <a:defRPr sz="2400"/>
            </a:pPr>
            <a:r>
              <a:t>The system should classify transactions as potentially fraudulent or non-fraudulent.</a:t>
            </a:r>
          </a:p>
          <a:p>
            <a:pPr>
              <a:defRPr sz="2400"/>
            </a:pPr>
            <a:r>
              <a:t>The focus is on a simple, understandable ML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Generate a reproducible transaction dataset.</a:t>
            </a:r>
          </a:p>
          <a:p>
            <a:pPr>
              <a:defRPr sz="2000"/>
            </a:pPr>
            <a:r>
              <a:t>Prepare features for classification.</a:t>
            </a:r>
          </a:p>
          <a:p>
            <a:pPr>
              <a:defRPr sz="2000"/>
            </a:pPr>
            <a:r>
              <a:t>Train and evaluate a Random Forest model.</a:t>
            </a:r>
          </a:p>
          <a:p>
            <a:pPr>
              <a:defRPr sz="2000"/>
            </a:pPr>
            <a:r>
              <a:t>Build a simple prediction interface using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</a:t>
            </a:r>
          </a:p>
          <a:p>
            <a:pPr>
              <a:defRPr sz="2000"/>
            </a:pPr>
            <a:r>
              <a:t>Pandas and NumPy</a:t>
            </a:r>
          </a:p>
          <a:p>
            <a:pPr>
              <a:defRPr sz="2000"/>
            </a:pPr>
            <a:r>
              <a:t>Scikit-learn</a:t>
            </a:r>
          </a:p>
          <a:p>
            <a:pPr>
              <a:defRPr sz="2000"/>
            </a:pPr>
            <a:r>
              <a:t>Joblib</a:t>
            </a:r>
          </a:p>
          <a:p>
            <a:pPr>
              <a:defRPr sz="2000"/>
            </a:pPr>
            <a:r>
              <a:t>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Amount</a:t>
            </a:r>
          </a:p>
          <a:p>
            <a:pPr>
              <a:defRPr sz="2000"/>
            </a:pPr>
            <a:r>
              <a:t>Transaction hour</a:t>
            </a:r>
          </a:p>
          <a:p>
            <a:pPr>
              <a:defRPr sz="2000"/>
            </a:pPr>
            <a:r>
              <a:t>Distance from usual location</a:t>
            </a:r>
          </a:p>
          <a:p>
            <a:pPr>
              <a:defRPr sz="2000"/>
            </a:pPr>
            <a:r>
              <a:t>Transactions in last hour</a:t>
            </a:r>
          </a:p>
          <a:p>
            <a:pPr>
              <a:defRPr sz="2000"/>
            </a:pPr>
            <a:r>
              <a:t>Device change</a:t>
            </a:r>
          </a:p>
          <a:p>
            <a:pPr>
              <a:defRPr sz="2000"/>
            </a:pPr>
            <a:r>
              <a:t>International transaction</a:t>
            </a:r>
          </a:p>
          <a:p>
            <a:pPr>
              <a:defRPr sz="2000"/>
            </a:pPr>
            <a:r>
              <a:t>Failed attempts</a:t>
            </a:r>
          </a:p>
          <a:p>
            <a:pPr>
              <a:defRPr sz="2000"/>
            </a:pPr>
            <a:r>
              <a:t>Merchant risk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Split data into training and test sets.</a:t>
            </a:r>
          </a:p>
          <a:p>
            <a:pPr>
              <a:defRPr sz="2000"/>
            </a:pPr>
            <a:r>
              <a:t>Train Random Forest Classifier.</a:t>
            </a:r>
          </a:p>
          <a:p>
            <a:pPr>
              <a:defRPr sz="2000"/>
            </a:pPr>
            <a:r>
              <a:t>Use balanced class weights.</a:t>
            </a:r>
          </a:p>
          <a:p>
            <a:pPr>
              <a:defRPr sz="2000"/>
            </a:pPr>
            <a:r>
              <a:t>Generate probability and class prediction.</a:t>
            </a:r>
          </a:p>
          <a:p>
            <a:pPr>
              <a:defRPr sz="2000"/>
            </a:pPr>
            <a:r>
              <a:t>Evaluate with precision, recall, F1-score and ROC-AUC.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/ dataset → Feature preparation → ML model → Fraud probability → Classification result</a:t>
            </a:r>
          </a:p>
          <a:p>
            <a:pPr>
              <a:defRPr sz="2400"/>
            </a:pPr>
            <a:r>
              <a:t>The trained model is saved as a Joblib file.</a:t>
            </a:r>
          </a:p>
          <a:p>
            <a:pPr>
              <a:defRPr sz="2400"/>
            </a:pPr>
            <a:r>
              <a:t>Streamlit provides the user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training script prints the confusion matrix and classification report.</a:t>
            </a:r>
          </a:p>
          <a:p>
            <a:pPr>
              <a:defRPr sz="2000"/>
            </a:pPr>
            <a:r>
              <a:t>The application shows an estimated fraud probability.</a:t>
            </a:r>
          </a:p>
          <a:p>
            <a:pPr>
              <a:defRPr sz="2000"/>
            </a:pPr>
            <a:r>
              <a:t>Exact evaluation values are generated automatically when the project is run.</a:t>
            </a:r>
          </a:p>
          <a:p>
            <a:pPr>
              <a:defRPr sz="2000"/>
            </a:pPr>
            <a:r>
              <a:t>Demo data is synthetic and intended for academic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project demonstrates an end-to-end fraud detection prototype.</a:t>
            </a:r>
          </a:p>
          <a:p>
            <a:pPr>
              <a:defRPr sz="2400"/>
            </a:pPr>
            <a:r>
              <a:t>Future work: approved real datasets, stronger imbalance handling, threshold tuning, monitoring and privacy/security controls.</a:t>
            </a:r>
          </a:p>
          <a:p>
            <a:pPr>
              <a:defRPr sz="24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